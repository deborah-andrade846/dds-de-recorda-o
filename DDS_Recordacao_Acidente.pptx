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DDS: Recordação de Acidente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Atenção com Animais nas Portarias e Áreas Operacionais</a:t>
            </a:r>
          </a:p>
          <a:p>
            <a:r>
              <a:t>Gincana de Segurança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aconteceu? (Recapitulando)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Data: 10/06/2026 às 11:50 | Local: Portaria.</a:t>
            </a:r>
          </a:p>
          <a:p>
            <a:pPr>
              <a:defRPr sz="2400"/>
            </a:pPr>
            <a:r>
              <a:t>Fato: Colaborador retornava ao veículo após passar pela catraca e foi surpreendido por um cachorro.</a:t>
            </a:r>
          </a:p>
          <a:p>
            <a:pPr>
              <a:defRPr sz="2400"/>
            </a:pPr>
            <a:r>
              <a:t>O colaborador sofreu uma mordida na panturrilha esquerda.</a:t>
            </a:r>
          </a:p>
          <a:p>
            <a:pPr>
              <a:defRPr sz="2400"/>
            </a:pPr>
            <a:r>
              <a:t>Classificação: Quase Acidente (Nível 1 - Leve).</a:t>
            </a:r>
          </a:p>
          <a:p>
            <a:pPr>
              <a:defRPr sz="2400"/>
            </a:pPr>
            <a:r>
              <a:t>Consequência: Apenas arranhão, sem necessidade de intervenção médica.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Lições Aprendidas &amp; Como Prevenir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Evite aproximação e contato: Mesmo que o animal pareça dócil, não tente passar a mão.</a:t>
            </a:r>
          </a:p>
          <a:p>
            <a:pPr>
              <a:defRPr sz="2400"/>
            </a:pPr>
            <a:r>
              <a:t>Não alimente os animais: Isso faz com que eles permaneçam na área operacional.</a:t>
            </a:r>
          </a:p>
          <a:p>
            <a:pPr>
              <a:defRPr sz="2400"/>
            </a:pPr>
            <a:r>
              <a:t>Atenção aos arredores: Ao caminhar, evite distrações como o uso do celular.</a:t>
            </a:r>
          </a:p>
          <a:p>
            <a:pPr>
              <a:defRPr sz="2400"/>
            </a:pPr>
            <a:r>
              <a:t>Comunique imediatamente: Avise o Meio Ambiente, Segurança ou a Portaria sobre animais em local de risco.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Atenção: Assinaturas da Gincana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Lembrete essencial para a pontuação da Gincana de Segurança!</a:t>
            </a:r>
          </a:p>
          <a:p>
            <a:pPr>
              <a:defRPr sz="2400"/>
            </a:pPr>
            <a:r>
              <a:t>Precisamos comprovar 100% de adesão nos turnos.</a:t>
            </a:r>
          </a:p>
          <a:p>
            <a:pPr>
              <a:defRPr sz="2400"/>
            </a:pPr>
            <a:r>
              <a:t>Assine a lista de presença ESPECÍFICA da letra do seu turno (ex: uma lista só para Letra A, outra para Letra B).</a:t>
            </a:r>
          </a:p>
          <a:p>
            <a:pPr>
              <a:defRPr sz="2400"/>
            </a:pPr>
            <a:r>
              <a:t>Não misture as assinaturas em uma lista única. Isso reduz a nossa nota.</a:t>
            </a:r>
          </a:p>
          <a:p>
            <a:pPr>
              <a:defRPr sz="2400"/>
            </a:pPr>
            <a:r>
              <a:t>Vamos garantir os 10 pontos da nossa equipe!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